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18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F5A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842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1763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8915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CSA15 · CLOUD COMPUTING AND BIG DATA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Technologies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E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3000" b="1" dirty="0">
                <a:solidFill>
                  <a:srgbClr val="FF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3000" b="1" dirty="0">
                <a:solidFill>
                  <a:srgbClr val="9FD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Storage Compared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19050">
            <a:solidFill>
              <a:srgbClr val="3A7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different cloud storage technologies, compare their architectures, identify their advantages, and explore real-world applications.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55321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54349"/>
          </a:solidFill>
          <a:ln w="12700">
            <a:solidFill>
              <a:srgbClr val="2C6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097280" y="5660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9728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Kamalakar Reddy  ·  192325052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5989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Prasanth Kumar Reddy  ·  192325053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7280" y="6281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Rajiv Sasank  ·  192321042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6281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Omkar Eswar  ·  192311431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Storage?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66763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allows users and organizations to store data on remote servers managed by cloud providers instead of local hard drives.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FFF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3456432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9A3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“Cloud storage eliminates the need for physical storage devices by storing data in secure cloud data centers.”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1691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7739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766560" y="225856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expa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234086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66560" y="28254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icons/doll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290779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807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418320" y="16916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17739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0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418320" y="225856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icons/syn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0616" y="234086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755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9418320" y="28254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icons/bol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0616" y="290779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875520" y="2807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766560" y="39319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6766560" y="3931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9418320" y="39319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/>
          <p:nvPr/>
        </p:nvSpPr>
        <p:spPr>
          <a:xfrm>
            <a:off x="9418320" y="3931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766560" y="443484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676656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9418320" y="443484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9418320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Cloud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storage technologies are used in cloud computing — each designed for a different workload.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66" y="23797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874520" y="3657600"/>
            <a:ext cx="73152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with metadata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5196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532120" y="2194560"/>
            <a:ext cx="822960" cy="82296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lay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86" y="237972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Storage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577840" y="3657600"/>
            <a:ext cx="731520" cy="0"/>
          </a:xfrm>
          <a:prstGeom prst="line">
            <a:avLst/>
          </a:prstGeom>
          <a:noFill/>
          <a:ln w="25400">
            <a:solidFill>
              <a:srgbClr val="C462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25196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2628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data blocks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9235440" y="2194560"/>
            <a:ext cx="822960" cy="82296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06" y="2379726"/>
            <a:ext cx="452628" cy="4526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9281160" y="3657600"/>
            <a:ext cx="731520" cy="0"/>
          </a:xfrm>
          <a:prstGeom prst="line">
            <a:avLst/>
          </a:prstGeom>
          <a:noFill/>
          <a:ln w="25400">
            <a:solidFill>
              <a:srgbClr val="2E6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95528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inside folders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provider manages storage servers while users access data through applications or APIs.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71516" y="16916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271516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194560"/>
            <a:ext cx="0" cy="320040"/>
          </a:xfrm>
          <a:prstGeom prst="line">
            <a:avLst/>
          </a:prstGeom>
          <a:noFill/>
          <a:ln w="19050">
            <a:solidFill>
              <a:srgbClr val="5B727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88636" y="25146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88636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4476" y="2971800"/>
            <a:ext cx="0" cy="320040"/>
          </a:xfrm>
          <a:prstGeom prst="line">
            <a:avLst/>
          </a:prstGeom>
          <a:noFill/>
          <a:ln w="19050">
            <a:solidFill>
              <a:srgbClr val="5B727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74236" y="32918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74236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4476" y="3977640"/>
            <a:ext cx="0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48840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4476" y="3977640"/>
            <a:ext cx="0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94476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94476" y="3977640"/>
            <a:ext cx="3945636" cy="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040112" y="3977640"/>
            <a:ext cx="0" cy="228600"/>
          </a:xfrm>
          <a:prstGeom prst="line">
            <a:avLst/>
          </a:prstGeom>
          <a:noFill/>
          <a:ln w="19050">
            <a:solidFill>
              <a:srgbClr val="5B72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45262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818" y="4670298"/>
            <a:ext cx="352044" cy="3520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Videos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31436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774436" y="4526280"/>
            <a:ext cx="640080" cy="64008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icons/lay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454" y="4670298"/>
            <a:ext cx="352044" cy="3520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68596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768596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· VMs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577072" y="43434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9720072" y="4526280"/>
            <a:ext cx="640080" cy="64008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090" y="4670298"/>
            <a:ext cx="352044" cy="3520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14232" y="5257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714232" y="5577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 · Documents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complete files as objects — each containing data, metadata, and a unique ID.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scalability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durability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" y="444398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4513936"/>
            <a:ext cx="170993" cy="1709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4165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backup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046720" y="455371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8321040" y="44439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lay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in equal-sized blocks — each block has its own address.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 Disk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6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Persistent Disk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icons/fold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1325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files inside folders using a familiar hierarchical structure.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2813152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157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manage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310128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380080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82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877056"/>
            <a:ext cx="310896" cy="310896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2" y="3947008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8496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file system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160520" y="20574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B4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443484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34840" y="278892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434840" y="2788920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434840" y="3355848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434840" y="3355848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922776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EAF6F8"/>
          </a:solidFill>
          <a:ln w="12700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434840" y="3922776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Filestore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772400" y="2057400"/>
            <a:ext cx="3886200" cy="3749040"/>
          </a:xfrm>
          <a:prstGeom prst="roundRect">
            <a:avLst>
              <a:gd name="adj" fmla="val 2439"/>
            </a:avLst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0467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046720" y="2852928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046720" y="3419856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046720" y="3986784"/>
            <a:ext cx="118872" cy="118872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32104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286000" cy="548640"/>
          </a:xfrm>
          <a:prstGeom prst="rect">
            <a:avLst/>
          </a:prstGeom>
          <a:solidFill>
            <a:srgbClr val="1B4B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292608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83464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280160"/>
            <a:ext cx="2926080" cy="548640"/>
          </a:xfrm>
          <a:prstGeom prst="rect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5216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778240" y="1828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Folders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48716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3464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2608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5216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0" y="2487168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778240" y="2487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145536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14553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83464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2608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76072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5216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314553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778240" y="3145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3803904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8039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83464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2608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5216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686800" y="3803904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778240" y="3803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4462272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0080" y="44622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83464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92608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Videos, Backup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76072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5216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VMs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686800" y="4462272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778240" y="4462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Documents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5120640"/>
            <a:ext cx="228600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" y="51206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283464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92608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76072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5216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686800" y="5120640"/>
            <a:ext cx="2926080" cy="658368"/>
          </a:xfrm>
          <a:prstGeom prst="rect">
            <a:avLst/>
          </a:prstGeom>
          <a:solidFill>
            <a:srgbClr val="F1FAFB"/>
          </a:solidFill>
          <a:ln w="9525">
            <a:solidFill>
              <a:srgbClr val="D3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778240" y="5120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EFS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cloud application combines multiple storage technologies.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fil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Object Storage for storing movies and TV content.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532120" y="2194560"/>
            <a:ext cx="822960" cy="822960"/>
          </a:xfrm>
          <a:prstGeom prst="ellipse">
            <a:avLst/>
          </a:prstGeom>
          <a:solidFill>
            <a:srgbClr val="C462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s/ban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7200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Block Storage for transaction databases.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B4B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235440" y="2194560"/>
            <a:ext cx="822960" cy="822960"/>
          </a:xfrm>
          <a:prstGeom prst="ellipse">
            <a:avLst/>
          </a:prstGeom>
          <a:solidFill>
            <a:srgbClr val="2E6F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s/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0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200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4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7532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Storage for employee documents and collaboration.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F5A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1491386"/>
            <a:ext cx="181051" cy="181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provides scalable and reliable data storage.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1984248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058314"/>
            <a:ext cx="181051" cy="181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38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is best for unstructured data.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2551176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625242"/>
            <a:ext cx="181051" cy="1810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505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is ideal for high-performance applications.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3118104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3192170"/>
            <a:ext cx="181051" cy="1810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07238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is suitable for shared file access.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22960" y="3685032"/>
            <a:ext cx="329184" cy="329184"/>
          </a:xfrm>
          <a:prstGeom prst="ellipse">
            <a:avLst/>
          </a:prstGeom>
          <a:solidFill>
            <a:srgbClr val="7FE6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icons/check_1B4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3759098"/>
            <a:ext cx="181051" cy="18105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36393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correct storage technology improves performance and reduces costs.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822960" y="4572000"/>
            <a:ext cx="2743200" cy="0"/>
          </a:xfrm>
          <a:prstGeom prst="line">
            <a:avLst/>
          </a:prstGeom>
          <a:noFill/>
          <a:ln w="19050">
            <a:solidFill>
              <a:srgbClr val="3A7C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22960" y="4800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22960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Technologies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prasanthm4734g@gmail.com</cp:lastModifiedBy>
  <cp:revision>2</cp:revision>
  <dcterms:created xsi:type="dcterms:W3CDTF">2026-07-14T04:44:16Z</dcterms:created>
  <dcterms:modified xsi:type="dcterms:W3CDTF">2026-07-23T03:44:51Z</dcterms:modified>
</cp:coreProperties>
</file>